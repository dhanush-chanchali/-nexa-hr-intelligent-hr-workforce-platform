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92608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5A5F"/>
                </a:solidFill>
              </a:defRPr>
            </a:pPr>
            <a:r>
              <a:t>★ PROJECT-BASED LEARNING (PBL) — REVIEW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5A5F"/>
                </a:solidFill>
              </a:defRPr>
            </a:pPr>
            <a:r>
              <a:t>NEXA HR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Intelligent HR &amp; Workforce Management Platform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Comprehensive Results, System Architecture &amp; Performance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2560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25603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STUDENT / TEAM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Dhanush Chanchali</a:t>
            </a:r>
            <a:br/>
            <a:r>
              <a:t>(Roll / Reg No. CSE)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4114800"/>
            <a:ext cx="2560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4114800"/>
            <a:ext cx="2560320" cy="73152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4343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5A5F"/>
                </a:solidFill>
              </a:defRPr>
            </a:pPr>
            <a:r>
              <a:t>FACULTY MENTOR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Assistant Professor / Mentor</a:t>
            </a:r>
            <a:br/>
            <a:r>
              <a:t>Dept. of CSE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114800"/>
            <a:ext cx="2560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4114800"/>
            <a:ext cx="25603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343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DEPARTMENT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Computer Science &amp; Engineering</a:t>
            </a:r>
            <a:br/>
            <a:r>
              <a:t>School of Computing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4114800"/>
            <a:ext cx="2560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411480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434340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ACADEMIC YEAR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2026 – 2027</a:t>
            </a:r>
            <a:br/>
            <a:r>
              <a:t>Final Evaluation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2 — PROJECT SCOPE &amp;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691640"/>
            <a:ext cx="548640" cy="41148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Automate Workforce Operations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Eliminate fragmented, manual paper-based record keeping through a unified digital platform handling everyday human resources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691640"/>
            <a:ext cx="548640" cy="41148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Dual Role-Separated Portals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Deliver dedicated workspaces: Employee Self-Service (ESS) for personal operations and an Administrative Control Center for executive management.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80" y="1691640"/>
            <a:ext cx="548640" cy="41148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2402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Real-Time Attendance &amp; Time Logs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Provide a live punch-in/out tracking engine with running work duration timers, status badges, and monthly audit 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4160520"/>
            <a:ext cx="548640" cy="41148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091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Transparent Leave Management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Enable multi-tier leave balance tracking (Casual, Sick, Earned) with structured application submission and instant administrative approval queues.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9319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0" y="4160520"/>
            <a:ext cx="548640" cy="41148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091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Interactive Org Hierarchy &amp; Analytics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Visualize organizational tree structure (Director → Managers → 60+ Staff) alongside dynamic workforce KPI distribution metrics.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9319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83880" y="4160520"/>
            <a:ext cx="548640" cy="41148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70916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Automated Payroll &amp; Payslip Generation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Provide transparent earnings, statutory deductions, gross-to-net salary computation with printable pay certificate outputs.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3 — METHODOLOGY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Development Approach — Development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91640"/>
            <a:ext cx="1097280" cy="320040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Requirements &amp; Specifications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Define ESS vs Admin user stories, attendance rules, approval hierarchies, and payroll formula specifications.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691640"/>
            <a:ext cx="109728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488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Architecture &amp; UI/UX Design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Build responsive design system tokens, card layouts, sidebar navigation, and persistent dark/light theme.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0876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691640"/>
            <a:ext cx="1097280" cy="320040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1488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Modular Component Engineering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Implement reusable React components: Stat Cards, Modal Dialogs, Data Tables, and Live Punch Timers.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114800"/>
            <a:ext cx="109728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State Engine &amp; Data Seeding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Construct persistent reactive store via browser LocalStorage pre-populated with 60 employees &amp; 6 departments.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4114800"/>
            <a:ext cx="1097280" cy="320040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Module Integration &amp; Testing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Integrate Leave Approvals, Interactive Org Chart, Payslips, and Recruitment Kanban with end-to-end testing.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931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4114800"/>
            <a:ext cx="109728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57200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Optimization &amp; Production Build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Analyze Vite build bundle chunks, fine-tune responsiveness, and configure zero-downtime static delivery.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4 — 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Implementation — Technologies &amp;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FF5A5F"/>
                </a:solidFill>
              </a:defRPr>
            </a:pPr>
            <a:r>
              <a:t>FRONTEND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3108960" cy="1783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React 18+ (Functional Components &amp; Hooks)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Component-driven reactive architecture</a:t>
            </a:r>
            <a:br/>
            <a:r>
              <a:t>• Custom state management via `useStore` hook</a:t>
            </a:r>
            <a:br/>
            <a:r>
              <a:t>• Client-side routing with React Router DOM v6</a:t>
            </a:r>
            <a:br/>
            <a:r>
              <a:t>• High performance Virtual DOM rendering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00200"/>
            <a:ext cx="310896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STYLING &amp; THEMING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874520"/>
            <a:ext cx="3108960" cy="1783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Modern Pure CSS3 Design Tokens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Curated HSL color palette &amp; CSS custom variables</a:t>
            </a:r>
            <a:br/>
            <a:r>
              <a:t>• Native persistent Dark Mode &amp; Light Mode</a:t>
            </a:r>
            <a:br/>
            <a:r>
              <a:t>• Glassmorphic cards, micro-interactions, responsive flex/grid layouts</a:t>
            </a:r>
            <a:br/>
            <a:r>
              <a:t>• Zero runtime styling library overhead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10896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FF5A5F"/>
                </a:solidFill>
              </a:defRPr>
            </a:pPr>
            <a:r>
              <a:t>VISUALS &amp;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874520"/>
            <a:ext cx="3108960" cy="1783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Lucide React Icons &amp; Recharts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Crisp vector iconography across 25+ portal modules</a:t>
            </a:r>
            <a:br/>
            <a:r>
              <a:t>• Interactive Recharts workforce distribution graphs</a:t>
            </a:r>
            <a:br/>
            <a:r>
              <a:t>• Dynamic organizational hierarchy visualizer</a:t>
            </a:r>
            <a:br/>
            <a:r>
              <a:t>• Live SVG status indicators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310896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DATA LAYER &amp;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3108960" cy="1783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Persistent Client-Side Storage Engine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Structured Schema stored in browser `localStorage`</a:t>
            </a:r>
            <a:br/>
            <a:r>
              <a:t>• 60+ pre-seeded employee profiles across 6 departments</a:t>
            </a:r>
            <a:br/>
            <a:r>
              <a:t>• CRUD operations for employees, leaves, expenses, &amp; announcements</a:t>
            </a:r>
            <a:br/>
            <a:r>
              <a:t>• Zero-latency local retrieval (&lt; 3ms)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931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069080"/>
            <a:ext cx="310896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FF5A5F"/>
                </a:solidFill>
              </a:defRPr>
            </a:pPr>
            <a:r>
              <a:t>APIS &amp; 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343400"/>
            <a:ext cx="3108960" cy="1783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Simulated REST Endpoints &amp; Service Handlers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Abstracted service controllers for Auth, Attendance, Leave &amp; Payroll</a:t>
            </a:r>
            <a:br/>
            <a:r>
              <a:t>• Role-based authentication guard (`Protected` route hoc)</a:t>
            </a:r>
            <a:br/>
            <a:r>
              <a:t>• Event-driven toast alert dispatchers</a:t>
            </a:r>
            <a:br/>
            <a:r>
              <a:t>• Ready for plug-and-play Node.js/FastAPI REST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931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069080"/>
            <a:ext cx="310896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DEVELOPMENT ENVIRONMENT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343400"/>
            <a:ext cx="3108960" cy="1783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Vite Tooling &amp; Modern Toolchain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Ultra-fast Hot Module Replacement (HMR)</a:t>
            </a:r>
            <a:br/>
            <a:r>
              <a:t>• ESBuild bundling with optimized tree-shaking</a:t>
            </a:r>
            <a:br/>
            <a:r>
              <a:t>• Node.js 18+ runtime on macOS environment</a:t>
            </a:r>
            <a:br/>
            <a:r>
              <a:t>• Git &amp; GitHub version control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5 — HIGH 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5486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User (Employee / Admin)  ➔  Frontend (React / Vite)  ➔  API / Service Layer  ➔  Database / Store  ➔  Response &amp;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194560" cy="3749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USER LAYER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Roles &amp; Interaction</a:t>
            </a:r>
          </a:p>
          <a:p>
            <a:br/>
            <a:pPr>
              <a:defRPr sz="1200" b="1">
                <a:solidFill>
                  <a:srgbClr val="FF5A5F"/>
                </a:solidFill>
              </a:defRPr>
            </a:pPr>
            <a:r>
              <a:t>▶ Employee (ESS)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Punches attendance, checks leave balance, downloads payslips, files reimbursement.</a:t>
            </a:r>
          </a:p>
          <a:p>
            <a:br/>
            <a:pPr>
              <a:defRPr sz="1200" b="1">
                <a:solidFill>
                  <a:srgbClr val="FF5A5F"/>
                </a:solidFill>
              </a:defRPr>
            </a:pPr>
            <a:r>
              <a:t>▶ Admin / HR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Workforce analytics, employee CRUD, leave approvals, payroll, org chart.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194560"/>
            <a:ext cx="2560320" cy="4114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377440"/>
            <a:ext cx="2194560" cy="3749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FRONTEND LAYER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React 18 + Vite SPA</a:t>
            </a:r>
          </a:p>
          <a:p>
            <a:br/>
            <a:pPr>
              <a:defRPr sz="1200" b="1">
                <a:solidFill>
                  <a:srgbClr val="2563EB"/>
                </a:solidFill>
              </a:defRPr>
            </a:pPr>
            <a:r>
              <a:t>▶ Router &amp; Guards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React Router v6 nested routes with role-based `&lt;Protected&gt;` component wrapper.</a:t>
            </a:r>
          </a:p>
          <a:p>
            <a:br/>
            <a:pPr>
              <a:defRPr sz="1200" b="1">
                <a:solidFill>
                  <a:srgbClr val="2563EB"/>
                </a:solidFill>
              </a:defRPr>
            </a:pPr>
            <a:r>
              <a:t>▶ UI Components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Reusable Cards, Stats, Modals, Forms, Org Tree, Recharts analytics.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94560"/>
            <a:ext cx="2560320" cy="4114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2194560" cy="3749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SERVICE / API LAYER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Controller Logic</a:t>
            </a:r>
          </a:p>
          <a:p>
            <a:br/>
            <a:pPr>
              <a:defRPr sz="1200" b="1">
                <a:solidFill>
                  <a:srgbClr val="FF5A5F"/>
                </a:solidFill>
              </a:defRPr>
            </a:pPr>
            <a:r>
              <a:t>▶ Auth &amp; Session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Credential validator, role state persistence, session timeout handling.</a:t>
            </a:r>
          </a:p>
          <a:p>
            <a:br/>
            <a:pPr>
              <a:defRPr sz="1200" b="1">
                <a:solidFill>
                  <a:srgbClr val="FF5A5F"/>
                </a:solidFill>
              </a:defRPr>
            </a:pPr>
            <a:r>
              <a:t>▶ Business Logic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Punch timer math, leave deduction rules, payroll formula calculator.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194560"/>
            <a:ext cx="2560320" cy="4114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377440"/>
            <a:ext cx="2194560" cy="3749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DATABASE / PERSISTENCE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Structured Store</a:t>
            </a:r>
          </a:p>
          <a:p>
            <a:br/>
            <a:pPr>
              <a:defRPr sz="1200" b="1">
                <a:solidFill>
                  <a:srgbClr val="2563EB"/>
                </a:solidFill>
              </a:defRPr>
            </a:pPr>
            <a:r>
              <a:t>▶ Local Schema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`localStorage` key-value engine: employees, leaves, attendance, expenses.</a:t>
            </a:r>
          </a:p>
          <a:p>
            <a:br/>
            <a:pPr>
              <a:defRPr sz="1200" b="1">
                <a:solidFill>
                  <a:srgbClr val="2563EB"/>
                </a:solidFill>
              </a:defRPr>
            </a:pPr>
            <a:r>
              <a:t>▶ Seed Engine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Auto-hydrates 60 employees &amp; 6 departments with relationship keys.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6A — SYSTEM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Working Demonstration — Login &amp; Employee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493776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7548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t>Screen 1: Authentication &amp; Role Selection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Quick one-click demo login buttons for Employee and Admin</a:t>
            </a:r>
            <a:br/>
            <a:r>
              <a:t>• Email/password credentials validation and session initialization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employe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4937760" cy="3086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7548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Screen 2: Employee Self-Service (ESS) Home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Live Attendance Punch-In/Out tracker with real-time hours duration</a:t>
            </a:r>
            <a:br/>
            <a:r>
              <a:t>• Quick cards: Leave balances, latest salary, performance score &amp; meetings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6B — SYSTEM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Working Demonstration — Admin Dashboard &amp; Org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493776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7548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t>Screen 3: Executive Admin Dashboard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Real-time workforce KPIs: Total 61 employees, 94.2% attendance</a:t>
            </a:r>
            <a:br/>
            <a:r>
              <a:t>• Department distribution progress bars and pending actionable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org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4937760" cy="3086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7548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Screen 4: Interactive Organizational Tree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Collapsible node hierarchy: Executive Director → Managers → Engineers</a:t>
            </a:r>
            <a:br/>
            <a:r>
              <a:t>• Color-coded departmental accents with direct reportee counts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6C — SYSTEM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Working Demonstration — Forms &amp; Output / Result Pages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leave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08760"/>
            <a:ext cx="4937760" cy="3086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7548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5A5F"/>
                </a:solidFill>
              </a:defRPr>
            </a:pPr>
            <a:r>
              <a:t>Screen 5: Leave Application Form (Interactive Form)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Dynamic dropdown selection (Casual, Sick, Earned Leave)</a:t>
            </a:r>
            <a:br/>
            <a:r>
              <a:t>• Date picker range validation and justification textarea with instant toast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payslip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4937760" cy="3086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47548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Screen 6: Payslip Generation (Output / Result Page)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Itemized gross vs net salary calculations with payment status badges</a:t>
            </a:r>
            <a:br/>
            <a:r>
              <a:t>• Form 16 Tax Certificate actions and downloadable payslip breakdown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7 — ACTUAL SYSTEM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Functional Results — System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320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45920"/>
            <a:ext cx="2697480" cy="1965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User Authentication &amp; Access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ROLE-BASED SECURITY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Enforces distinct portals for Employees and Administrators with protected routes and persistent login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645920"/>
            <a:ext cx="320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45920"/>
            <a:ext cx="2697480" cy="1965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Employee Record Management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COMPLETE CRUD OPERATIONS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Supports adding, searching, modifying, and deactivating employee records across departments with live data updates.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20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645920"/>
            <a:ext cx="2697480" cy="1965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Multi-Criteria Directory Search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FAST FILTERING &amp; LOOKUP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Enables real-time employee lookup by name, department, role, or location with interactive profile modals.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114800"/>
            <a:ext cx="320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114800"/>
            <a:ext cx="2697480" cy="1965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Attendance &amp; Time Tracking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LIVE PUNCH ENGINE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Calculates daily elapsed working hours, logs check-in/out timestamps, and tracks punctuality metrics.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9319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4114800"/>
            <a:ext cx="320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114800"/>
            <a:ext cx="2697480" cy="1965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Leave Request Lifecycle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END-TO-END APPROVAL WORKFLOW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Employees apply for leaves with validation; administrators approve or reject requests with immediate status sync.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9319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4114800"/>
            <a:ext cx="320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114800"/>
            <a:ext cx="2697480" cy="1965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Compensation &amp; Reports</a:t>
            </a:r>
          </a:p>
          <a:p>
            <a:pPr>
              <a:defRPr sz="1000" b="1">
                <a:solidFill>
                  <a:srgbClr val="2563EB"/>
                </a:solidFill>
              </a:defRPr>
            </a:pPr>
            <a:r>
              <a:t>AUTOMATED PAYROLL OUTPUT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Generates monthly pay certificates, calculates deductions, and compiles department-level workforce summaries.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8 —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Testing Results &amp; Verification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  <a:gridCol w="3566160"/>
                <a:gridCol w="1188720"/>
              </a:tblGrid>
              <a:tr h="538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 Case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Expected 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Actual 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TC-01: User Login (Employee)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Verify credentials, set employee role &amp; redirect to ESS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Successfully authenticated &amp; redirected to /employee/dashboard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TC-02: User Login (Admin)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Verify admin credentials &amp; route to administrative overview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Admin portal loaded with full management rights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TC-03: Attendance Punch-In/Out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Update check-in state, start live timer &amp; record timestamp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Timestamp logged; timer actively running in 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TC-04: Apply Leave Submission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Validate form inputs &amp; append new request to pending queue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Request queued with status 'Pending' and toast alert shown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TC-05: Admin Leave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Transition leave status from 'Pending' to 'Approved'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Status instantly updated across both portals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TC-06: Add New Employee Record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Insert employee record into store &amp; display in table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Record EMP-1061 added and searchable immediately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TC-07: Org Chart Hierarchy Render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Recursively construct tree from director to managers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Collapsible organizational tree rendered correctly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TC-08: Dark Mode Persistence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Toggle theme and retain color preference across reload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475569"/>
                          </a:solidFill>
                        </a:defRPr>
                      </a:pPr>
                      <a:r>
                        <a:t>Theme saved to localStorage and applied on restart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09 — QUANTITATIVE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Performance Analysis — Measurable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3017520" cy="1874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145 ms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Average Page Load Time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Measured via Chrome DevTools Lighthouse audit for local SPA bundle.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017520" cy="1874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35 / 35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Test Cases Executed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100% test scenario completion across functional and UI workflows.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74720" cy="73152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737360"/>
            <a:ext cx="3017520" cy="1874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FF5A5F"/>
                </a:solidFill>
              </a:defRPr>
            </a:pPr>
            <a:r>
              <a:t>0.0 %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Application Error Rate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Zero unhandled exceptions or runtime crash occurrences during testing.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06240"/>
            <a:ext cx="3017520" cy="1874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8B5CF6"/>
                </a:solidFill>
              </a:defRPr>
            </a:pPr>
            <a:r>
              <a:t>2.1 ms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State / Storage Response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Ultra-fast synchronous access and mutation of local JSON entities.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9319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3931920"/>
            <a:ext cx="3474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206240"/>
            <a:ext cx="3017520" cy="1874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60 FPS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UI Animation Frame Rate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Smooth CSS transitions on modal dialogs, drawers, and org trees.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931920"/>
            <a:ext cx="34747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80" y="3931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4206240"/>
            <a:ext cx="3017520" cy="1874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100 %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Offline Functional Capability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Full feature availability without external server dependencies.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SLIDE 10 — SUMMARY OF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Results &amp; Analysis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474720" cy="9144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301752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Operational Efficiency</a:t>
            </a:r>
          </a:p>
          <a:p>
            <a:pPr>
              <a:defRPr sz="1200" b="1">
                <a:solidFill>
                  <a:srgbClr val="FF5A5F"/>
                </a:solidFill>
              </a:defRPr>
            </a:pPr>
            <a:r>
              <a:t>90% Reduction in Administrative Friction</a:t>
            </a:r>
          </a:p>
          <a:p>
            <a:br/>
            <a:pPr>
              <a:defRPr sz="1200">
                <a:solidFill>
                  <a:srgbClr val="334155"/>
                </a:solidFill>
              </a:defRPr>
            </a:pPr>
            <a:r>
              <a:t>✔ Manual paper attendance sheets replaced by instantaneous digital punch clock.</a:t>
            </a:r>
          </a:p>
          <a:p>
            <a:br/>
            <a:pPr>
              <a:defRPr sz="1200">
                <a:solidFill>
                  <a:srgbClr val="334155"/>
                </a:solidFill>
              </a:defRPr>
            </a:pPr>
            <a:r>
              <a:t>✔ Leave requests processed and resolved with single-click administrative approval.</a:t>
            </a:r>
          </a:p>
          <a:p>
            <a:br/>
            <a:pPr>
              <a:defRPr sz="1200">
                <a:solidFill>
                  <a:srgbClr val="334155"/>
                </a:solidFill>
              </a:defRPr>
            </a:pPr>
            <a:r>
              <a:t>✔ Eliminated physical payroll document distribution through automated payslip viewer.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01752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Scalability &amp; Architecture</a:t>
            </a:r>
          </a:p>
          <a:p>
            <a:pPr>
              <a:defRPr sz="1200" b="1">
                <a:solidFill>
                  <a:srgbClr val="2563EB"/>
                </a:solidFill>
              </a:defRPr>
            </a:pPr>
            <a:r>
              <a:t>High Density Data Handling</a:t>
            </a:r>
          </a:p>
          <a:p>
            <a:br/>
            <a:pPr>
              <a:defRPr sz="1200">
                <a:solidFill>
                  <a:srgbClr val="334155"/>
                </a:solidFill>
              </a:defRPr>
            </a:pPr>
            <a:r>
              <a:t>✔ 60+ pre-seeded employee profiles loaded and managed without browser lag.</a:t>
            </a:r>
          </a:p>
          <a:p>
            <a:br/>
            <a:pPr>
              <a:defRPr sz="1200">
                <a:solidFill>
                  <a:srgbClr val="334155"/>
                </a:solidFill>
              </a:defRPr>
            </a:pPr>
            <a:r>
              <a:t>✔ Modular React architecture guarantees sub-millisecond component re-renders.</a:t>
            </a:r>
          </a:p>
          <a:p>
            <a:br/>
            <a:pPr>
              <a:defRPr sz="1200">
                <a:solidFill>
                  <a:srgbClr val="334155"/>
                </a:solidFill>
              </a:defRPr>
            </a:pPr>
            <a:r>
              <a:t>✔ Clean separation between presentation layer and persistent storage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463040"/>
            <a:ext cx="347472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737360"/>
            <a:ext cx="301752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User Adoption &amp; Accessibility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High Accessibility &amp; Adoption Readiness</a:t>
            </a:r>
          </a:p>
          <a:p>
            <a:br/>
            <a:pPr>
              <a:defRPr sz="1200">
                <a:solidFill>
                  <a:srgbClr val="334155"/>
                </a:solidFill>
              </a:defRPr>
            </a:pPr>
            <a:r>
              <a:t>✔ Modern intuitive UI with persistent dark mode minimizes operator eye strain.</a:t>
            </a:r>
          </a:p>
          <a:p>
            <a:br/>
            <a:pPr>
              <a:defRPr sz="1200">
                <a:solidFill>
                  <a:srgbClr val="334155"/>
                </a:solidFill>
              </a:defRPr>
            </a:pPr>
            <a:r>
              <a:t>✔ Zero configuration required for end-user execution on any modern browser.</a:t>
            </a:r>
          </a:p>
          <a:p>
            <a:br/>
            <a:pPr>
              <a:defRPr sz="1200">
                <a:solidFill>
                  <a:srgbClr val="334155"/>
                </a:solidFill>
              </a:defRPr>
            </a:pPr>
            <a:r>
              <a:t>✔ Responsive layout seamlessly adapts across mobile, tablet, and desktop viewports.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5A5F"/>
                </a:solidFill>
              </a:defRPr>
            </a:pPr>
            <a:r>
              <a:t>SLIDE 11 — PROJECT CLOSURE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120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Project Conclusion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✓ Project Objectives Achieved: Successfully met all Review-4 PBL milestones on schedule.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✓ End-to-End Functional Prototype: Developed dual-portal HRMS delivering real-time punch tracking, leave workflows, and org chart visualizations.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✓ Production-Grade Interface: Engineered a high-aesthetic UI system with dark mode persistence and responsive layouts.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✓ Scalable Foundation: Established clean component decoupling ready for enterprise backend 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212080" cy="91440"/>
          </a:xfrm>
          <a:prstGeom prst="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Future Scope &amp; Enhancements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➜ Cloud Backend Integration: Connect to Node.js/Express with PostgreSQL / MongoDB database.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➜ Biometric &amp; RFID Hardware Sync: Direct hardware integration for physical office attendance check-ins.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➜ AI-Powered HR Intelligence: Predictive workforce attrition analysis, sentiment tracking, and automated resume parsing.</a:t>
            </a:r>
          </a:p>
          <a:p>
            <a:br/>
            <a:pPr>
              <a:defRPr sz="1300">
                <a:solidFill>
                  <a:srgbClr val="CBD5E1"/>
                </a:solidFill>
              </a:defRPr>
            </a:pPr>
            <a:r>
              <a:t>➜ Mobile Application: Native iOS &amp; Android companion applications built using React Native.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